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7" r:id="rId2"/>
  </p:sldIdLst>
  <p:sldSz cx="16459200" cy="109728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56">
          <p15:clr>
            <a:srgbClr val="747775"/>
          </p15:clr>
        </p15:guide>
        <p15:guide id="2" pos="51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904" y="264"/>
      </p:cViewPr>
      <p:guideLst>
        <p:guide orient="horz" pos="3456"/>
        <p:guide pos="51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556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c8783f4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5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c8783f4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61075" y="1588427"/>
            <a:ext cx="15337200" cy="4378800"/>
          </a:xfrm>
          <a:prstGeom prst="rect">
            <a:avLst/>
          </a:prstGeom>
        </p:spPr>
        <p:txBody>
          <a:bodyPr spcFirstLastPara="1" wrap="square" lIns="174725" tIns="174725" rIns="174725" bIns="1747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938"/>
              <a:buNone/>
              <a:defRPr sz="9937"/>
            </a:lvl1pPr>
            <a:lvl2pPr lvl="1" algn="ctr">
              <a:spcBef>
                <a:spcPts val="0"/>
              </a:spcBef>
              <a:spcAft>
                <a:spcPts val="0"/>
              </a:spcAft>
              <a:buSzPts val="9938"/>
              <a:buNone/>
              <a:defRPr sz="9937"/>
            </a:lvl2pPr>
            <a:lvl3pPr lvl="2" algn="ctr">
              <a:spcBef>
                <a:spcPts val="0"/>
              </a:spcBef>
              <a:spcAft>
                <a:spcPts val="0"/>
              </a:spcAft>
              <a:buSzPts val="9938"/>
              <a:buNone/>
              <a:defRPr sz="9937"/>
            </a:lvl3pPr>
            <a:lvl4pPr lvl="3" algn="ctr">
              <a:spcBef>
                <a:spcPts val="0"/>
              </a:spcBef>
              <a:spcAft>
                <a:spcPts val="0"/>
              </a:spcAft>
              <a:buSzPts val="9938"/>
              <a:buNone/>
              <a:defRPr sz="9937"/>
            </a:lvl4pPr>
            <a:lvl5pPr lvl="4" algn="ctr">
              <a:spcBef>
                <a:spcPts val="0"/>
              </a:spcBef>
              <a:spcAft>
                <a:spcPts val="0"/>
              </a:spcAft>
              <a:buSzPts val="9938"/>
              <a:buNone/>
              <a:defRPr sz="9937"/>
            </a:lvl5pPr>
            <a:lvl6pPr lvl="5" algn="ctr">
              <a:spcBef>
                <a:spcPts val="0"/>
              </a:spcBef>
              <a:spcAft>
                <a:spcPts val="0"/>
              </a:spcAft>
              <a:buSzPts val="9938"/>
              <a:buNone/>
              <a:defRPr sz="9937"/>
            </a:lvl6pPr>
            <a:lvl7pPr lvl="6" algn="ctr">
              <a:spcBef>
                <a:spcPts val="0"/>
              </a:spcBef>
              <a:spcAft>
                <a:spcPts val="0"/>
              </a:spcAft>
              <a:buSzPts val="9938"/>
              <a:buNone/>
              <a:defRPr sz="9937"/>
            </a:lvl7pPr>
            <a:lvl8pPr lvl="7" algn="ctr">
              <a:spcBef>
                <a:spcPts val="0"/>
              </a:spcBef>
              <a:spcAft>
                <a:spcPts val="0"/>
              </a:spcAft>
              <a:buSzPts val="9938"/>
              <a:buNone/>
              <a:defRPr sz="9937"/>
            </a:lvl8pPr>
            <a:lvl9pPr lvl="8" algn="ctr">
              <a:spcBef>
                <a:spcPts val="0"/>
              </a:spcBef>
              <a:spcAft>
                <a:spcPts val="0"/>
              </a:spcAft>
              <a:buSzPts val="9938"/>
              <a:buNone/>
              <a:defRPr sz="9937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61060" y="6046133"/>
            <a:ext cx="15337200" cy="1690800"/>
          </a:xfrm>
          <a:prstGeom prst="rect">
            <a:avLst/>
          </a:prstGeom>
        </p:spPr>
        <p:txBody>
          <a:bodyPr spcFirstLastPara="1" wrap="square" lIns="174725" tIns="174725" rIns="174725" bIns="1747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5250424" y="9948196"/>
            <a:ext cx="987600" cy="8397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lvl="0">
              <a:buNone/>
              <a:defRPr sz="1911"/>
            </a:lvl1pPr>
            <a:lvl2pPr lvl="1">
              <a:buNone/>
              <a:defRPr sz="1911"/>
            </a:lvl2pPr>
            <a:lvl3pPr lvl="2">
              <a:buNone/>
              <a:defRPr sz="1911"/>
            </a:lvl3pPr>
            <a:lvl4pPr lvl="3">
              <a:buNone/>
              <a:defRPr sz="1911"/>
            </a:lvl4pPr>
            <a:lvl5pPr lvl="4">
              <a:buNone/>
              <a:defRPr sz="1911"/>
            </a:lvl5pPr>
            <a:lvl6pPr lvl="5">
              <a:buNone/>
              <a:defRPr sz="1911"/>
            </a:lvl6pPr>
            <a:lvl7pPr lvl="6">
              <a:buNone/>
              <a:defRPr sz="1911"/>
            </a:lvl7pPr>
            <a:lvl8pPr lvl="7">
              <a:buNone/>
              <a:defRPr sz="1911"/>
            </a:lvl8pPr>
            <a:lvl9pPr lvl="8">
              <a:buNone/>
              <a:defRPr sz="191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61060" y="4588480"/>
            <a:ext cx="15337200" cy="17958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80"/>
              <a:buNone/>
              <a:defRPr sz="6880"/>
            </a:lvl1pPr>
            <a:lvl2pPr lvl="1" algn="ctr">
              <a:spcBef>
                <a:spcPts val="0"/>
              </a:spcBef>
              <a:spcAft>
                <a:spcPts val="0"/>
              </a:spcAft>
              <a:buSzPts val="6880"/>
              <a:buNone/>
              <a:defRPr sz="6880"/>
            </a:lvl2pPr>
            <a:lvl3pPr lvl="2" algn="ctr">
              <a:spcBef>
                <a:spcPts val="0"/>
              </a:spcBef>
              <a:spcAft>
                <a:spcPts val="0"/>
              </a:spcAft>
              <a:buSzPts val="6880"/>
              <a:buNone/>
              <a:defRPr sz="6880"/>
            </a:lvl3pPr>
            <a:lvl4pPr lvl="3" algn="ctr">
              <a:spcBef>
                <a:spcPts val="0"/>
              </a:spcBef>
              <a:spcAft>
                <a:spcPts val="0"/>
              </a:spcAft>
              <a:buSzPts val="6880"/>
              <a:buNone/>
              <a:defRPr sz="6880"/>
            </a:lvl4pPr>
            <a:lvl5pPr lvl="4" algn="ctr">
              <a:spcBef>
                <a:spcPts val="0"/>
              </a:spcBef>
              <a:spcAft>
                <a:spcPts val="0"/>
              </a:spcAft>
              <a:buSzPts val="6880"/>
              <a:buNone/>
              <a:defRPr sz="6880"/>
            </a:lvl5pPr>
            <a:lvl6pPr lvl="5" algn="ctr">
              <a:spcBef>
                <a:spcPts val="0"/>
              </a:spcBef>
              <a:spcAft>
                <a:spcPts val="0"/>
              </a:spcAft>
              <a:buSzPts val="6880"/>
              <a:buNone/>
              <a:defRPr sz="6880"/>
            </a:lvl6pPr>
            <a:lvl7pPr lvl="6" algn="ctr">
              <a:spcBef>
                <a:spcPts val="0"/>
              </a:spcBef>
              <a:spcAft>
                <a:spcPts val="0"/>
              </a:spcAft>
              <a:buSzPts val="6880"/>
              <a:buNone/>
              <a:defRPr sz="6880"/>
            </a:lvl7pPr>
            <a:lvl8pPr lvl="7" algn="ctr">
              <a:spcBef>
                <a:spcPts val="0"/>
              </a:spcBef>
              <a:spcAft>
                <a:spcPts val="0"/>
              </a:spcAft>
              <a:buSzPts val="6880"/>
              <a:buNone/>
              <a:defRPr sz="6880"/>
            </a:lvl8pPr>
            <a:lvl9pPr lvl="8" algn="ctr">
              <a:spcBef>
                <a:spcPts val="0"/>
              </a:spcBef>
              <a:spcAft>
                <a:spcPts val="0"/>
              </a:spcAft>
              <a:buSzPts val="6880"/>
              <a:buNone/>
              <a:defRPr sz="688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5250424" y="9948196"/>
            <a:ext cx="987600" cy="8397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lvl="0">
              <a:buNone/>
              <a:defRPr sz="1911"/>
            </a:lvl1pPr>
            <a:lvl2pPr lvl="1">
              <a:buNone/>
              <a:defRPr sz="1911"/>
            </a:lvl2pPr>
            <a:lvl3pPr lvl="2">
              <a:buNone/>
              <a:defRPr sz="1911"/>
            </a:lvl3pPr>
            <a:lvl4pPr lvl="3">
              <a:buNone/>
              <a:defRPr sz="1911"/>
            </a:lvl4pPr>
            <a:lvl5pPr lvl="4">
              <a:buNone/>
              <a:defRPr sz="1911"/>
            </a:lvl5pPr>
            <a:lvl6pPr lvl="5">
              <a:buNone/>
              <a:defRPr sz="1911"/>
            </a:lvl6pPr>
            <a:lvl7pPr lvl="6">
              <a:buNone/>
              <a:defRPr sz="1911"/>
            </a:lvl7pPr>
            <a:lvl8pPr lvl="7">
              <a:buNone/>
              <a:defRPr sz="1911"/>
            </a:lvl8pPr>
            <a:lvl9pPr lvl="8">
              <a:buNone/>
              <a:defRPr sz="191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61060" y="949387"/>
            <a:ext cx="15337200" cy="1221900"/>
          </a:xfrm>
          <a:prstGeom prst="rect">
            <a:avLst/>
          </a:prstGeom>
        </p:spPr>
        <p:txBody>
          <a:bodyPr spcFirstLastPara="1" wrap="square" lIns="174725" tIns="174725" rIns="174725" bIns="1747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1pPr>
            <a:lvl2pPr lvl="1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2pPr>
            <a:lvl3pPr lvl="2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3pPr>
            <a:lvl4pPr lvl="3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4pPr>
            <a:lvl5pPr lvl="4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5pPr>
            <a:lvl6pPr lvl="5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6pPr>
            <a:lvl7pPr lvl="6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7pPr>
            <a:lvl8pPr lvl="7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8pPr>
            <a:lvl9pPr lvl="8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61060" y="2458613"/>
            <a:ext cx="15337200" cy="7288200"/>
          </a:xfrm>
          <a:prstGeom prst="rect">
            <a:avLst/>
          </a:prstGeom>
        </p:spPr>
        <p:txBody>
          <a:bodyPr spcFirstLastPara="1" wrap="square" lIns="174725" tIns="174725" rIns="174725" bIns="174725" anchor="t" anchorCtr="0">
            <a:normAutofit/>
          </a:bodyPr>
          <a:lstStyle>
            <a:lvl1pPr marL="457200" lvl="0" indent="-447040">
              <a:spcBef>
                <a:spcPts val="0"/>
              </a:spcBef>
              <a:spcAft>
                <a:spcPts val="0"/>
              </a:spcAft>
              <a:buSzPts val="3440"/>
              <a:buChar char="●"/>
              <a:defRPr sz="3440"/>
            </a:lvl1pPr>
            <a:lvl2pPr marL="914400" lvl="1" indent="-398498">
              <a:spcBef>
                <a:spcPts val="0"/>
              </a:spcBef>
              <a:spcAft>
                <a:spcPts val="0"/>
              </a:spcAft>
              <a:buSzPts val="2676"/>
              <a:buChar char="○"/>
              <a:defRPr sz="2675"/>
            </a:lvl2pPr>
            <a:lvl3pPr marL="1371600" lvl="2" indent="-398498">
              <a:spcBef>
                <a:spcPts val="0"/>
              </a:spcBef>
              <a:spcAft>
                <a:spcPts val="0"/>
              </a:spcAft>
              <a:buSzPts val="2676"/>
              <a:buChar char="■"/>
              <a:defRPr sz="2675"/>
            </a:lvl3pPr>
            <a:lvl4pPr marL="1828800" lvl="3" indent="-398498">
              <a:spcBef>
                <a:spcPts val="0"/>
              </a:spcBef>
              <a:spcAft>
                <a:spcPts val="0"/>
              </a:spcAft>
              <a:buSzPts val="2676"/>
              <a:buChar char="●"/>
              <a:defRPr sz="2675"/>
            </a:lvl4pPr>
            <a:lvl5pPr marL="2286000" lvl="4" indent="-398498">
              <a:spcBef>
                <a:spcPts val="0"/>
              </a:spcBef>
              <a:spcAft>
                <a:spcPts val="0"/>
              </a:spcAft>
              <a:buSzPts val="2676"/>
              <a:buChar char="○"/>
              <a:defRPr sz="2675"/>
            </a:lvl5pPr>
            <a:lvl6pPr marL="2743200" lvl="5" indent="-398498">
              <a:spcBef>
                <a:spcPts val="0"/>
              </a:spcBef>
              <a:spcAft>
                <a:spcPts val="0"/>
              </a:spcAft>
              <a:buSzPts val="2676"/>
              <a:buChar char="■"/>
              <a:defRPr sz="2675"/>
            </a:lvl6pPr>
            <a:lvl7pPr marL="3200400" lvl="6" indent="-398498">
              <a:spcBef>
                <a:spcPts val="0"/>
              </a:spcBef>
              <a:spcAft>
                <a:spcPts val="0"/>
              </a:spcAft>
              <a:buSzPts val="2676"/>
              <a:buChar char="●"/>
              <a:defRPr sz="2675"/>
            </a:lvl7pPr>
            <a:lvl8pPr marL="3657600" lvl="7" indent="-398498">
              <a:spcBef>
                <a:spcPts val="0"/>
              </a:spcBef>
              <a:spcAft>
                <a:spcPts val="0"/>
              </a:spcAft>
              <a:buSzPts val="2676"/>
              <a:buChar char="○"/>
              <a:defRPr sz="2675"/>
            </a:lvl8pPr>
            <a:lvl9pPr marL="4114800" lvl="8" indent="-398498">
              <a:spcBef>
                <a:spcPts val="0"/>
              </a:spcBef>
              <a:spcAft>
                <a:spcPts val="0"/>
              </a:spcAft>
              <a:buSzPts val="2676"/>
              <a:buChar char="■"/>
              <a:defRPr sz="2675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5250424" y="9948196"/>
            <a:ext cx="987600" cy="8397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lvl="0">
              <a:buNone/>
              <a:defRPr sz="1911"/>
            </a:lvl1pPr>
            <a:lvl2pPr lvl="1">
              <a:buNone/>
              <a:defRPr sz="1911"/>
            </a:lvl2pPr>
            <a:lvl3pPr lvl="2">
              <a:buNone/>
              <a:defRPr sz="1911"/>
            </a:lvl3pPr>
            <a:lvl4pPr lvl="3">
              <a:buNone/>
              <a:defRPr sz="1911"/>
            </a:lvl4pPr>
            <a:lvl5pPr lvl="4">
              <a:buNone/>
              <a:defRPr sz="1911"/>
            </a:lvl5pPr>
            <a:lvl6pPr lvl="5">
              <a:buNone/>
              <a:defRPr sz="1911"/>
            </a:lvl6pPr>
            <a:lvl7pPr lvl="6">
              <a:buNone/>
              <a:defRPr sz="1911"/>
            </a:lvl7pPr>
            <a:lvl8pPr lvl="7">
              <a:buNone/>
              <a:defRPr sz="1911"/>
            </a:lvl8pPr>
            <a:lvl9pPr lvl="8">
              <a:buNone/>
              <a:defRPr sz="191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561060" y="949387"/>
            <a:ext cx="15337200" cy="1221900"/>
          </a:xfrm>
          <a:prstGeom prst="rect">
            <a:avLst/>
          </a:prstGeom>
        </p:spPr>
        <p:txBody>
          <a:bodyPr spcFirstLastPara="1" wrap="square" lIns="174725" tIns="174725" rIns="174725" bIns="1747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1pPr>
            <a:lvl2pPr lvl="1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2pPr>
            <a:lvl3pPr lvl="2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3pPr>
            <a:lvl4pPr lvl="3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4pPr>
            <a:lvl5pPr lvl="4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5pPr>
            <a:lvl6pPr lvl="5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6pPr>
            <a:lvl7pPr lvl="6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7pPr>
            <a:lvl8pPr lvl="7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8pPr>
            <a:lvl9pPr lvl="8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561060" y="2458613"/>
            <a:ext cx="7199700" cy="7288200"/>
          </a:xfrm>
          <a:prstGeom prst="rect">
            <a:avLst/>
          </a:prstGeom>
        </p:spPr>
        <p:txBody>
          <a:bodyPr spcFirstLastPara="1" wrap="square" lIns="174725" tIns="174725" rIns="174725" bIns="174725" anchor="t" anchorCtr="0">
            <a:normAutofit/>
          </a:bodyPr>
          <a:lstStyle>
            <a:lvl1pPr marL="457200" lvl="0" indent="-398498">
              <a:spcBef>
                <a:spcPts val="0"/>
              </a:spcBef>
              <a:spcAft>
                <a:spcPts val="0"/>
              </a:spcAft>
              <a:buSzPts val="2676"/>
              <a:buChar char="●"/>
              <a:defRPr sz="2675"/>
            </a:lvl1pPr>
            <a:lvl2pPr marL="914400" lvl="1" indent="-374226">
              <a:spcBef>
                <a:spcPts val="0"/>
              </a:spcBef>
              <a:spcAft>
                <a:spcPts val="0"/>
              </a:spcAft>
              <a:buSzPts val="2293"/>
              <a:buChar char="○"/>
              <a:defRPr sz="2293"/>
            </a:lvl2pPr>
            <a:lvl3pPr marL="1371600" lvl="2" indent="-374226">
              <a:spcBef>
                <a:spcPts val="0"/>
              </a:spcBef>
              <a:spcAft>
                <a:spcPts val="0"/>
              </a:spcAft>
              <a:buSzPts val="2293"/>
              <a:buChar char="■"/>
              <a:defRPr sz="2293"/>
            </a:lvl3pPr>
            <a:lvl4pPr marL="1828800" lvl="3" indent="-374226">
              <a:spcBef>
                <a:spcPts val="0"/>
              </a:spcBef>
              <a:spcAft>
                <a:spcPts val="0"/>
              </a:spcAft>
              <a:buSzPts val="2293"/>
              <a:buChar char="●"/>
              <a:defRPr sz="2293"/>
            </a:lvl4pPr>
            <a:lvl5pPr marL="2286000" lvl="4" indent="-374226">
              <a:spcBef>
                <a:spcPts val="0"/>
              </a:spcBef>
              <a:spcAft>
                <a:spcPts val="0"/>
              </a:spcAft>
              <a:buSzPts val="2293"/>
              <a:buChar char="○"/>
              <a:defRPr sz="2293"/>
            </a:lvl5pPr>
            <a:lvl6pPr marL="2743200" lvl="5" indent="-374226">
              <a:spcBef>
                <a:spcPts val="0"/>
              </a:spcBef>
              <a:spcAft>
                <a:spcPts val="0"/>
              </a:spcAft>
              <a:buSzPts val="2293"/>
              <a:buChar char="■"/>
              <a:defRPr sz="2293"/>
            </a:lvl6pPr>
            <a:lvl7pPr marL="3200400" lvl="6" indent="-374226">
              <a:spcBef>
                <a:spcPts val="0"/>
              </a:spcBef>
              <a:spcAft>
                <a:spcPts val="0"/>
              </a:spcAft>
              <a:buSzPts val="2293"/>
              <a:buChar char="●"/>
              <a:defRPr sz="2293"/>
            </a:lvl7pPr>
            <a:lvl8pPr marL="3657600" lvl="7" indent="-374226">
              <a:spcBef>
                <a:spcPts val="0"/>
              </a:spcBef>
              <a:spcAft>
                <a:spcPts val="0"/>
              </a:spcAft>
              <a:buSzPts val="2293"/>
              <a:buChar char="○"/>
              <a:defRPr sz="2293"/>
            </a:lvl8pPr>
            <a:lvl9pPr marL="4114800" lvl="8" indent="-374226">
              <a:spcBef>
                <a:spcPts val="0"/>
              </a:spcBef>
              <a:spcAft>
                <a:spcPts val="0"/>
              </a:spcAft>
              <a:buSzPts val="2293"/>
              <a:buChar char="■"/>
              <a:defRPr sz="2293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8698320" y="2458613"/>
            <a:ext cx="7199700" cy="7288200"/>
          </a:xfrm>
          <a:prstGeom prst="rect">
            <a:avLst/>
          </a:prstGeom>
        </p:spPr>
        <p:txBody>
          <a:bodyPr spcFirstLastPara="1" wrap="square" lIns="174725" tIns="174725" rIns="174725" bIns="174725" anchor="t" anchorCtr="0">
            <a:normAutofit/>
          </a:bodyPr>
          <a:lstStyle>
            <a:lvl1pPr marL="457200" lvl="0" indent="-398498">
              <a:spcBef>
                <a:spcPts val="0"/>
              </a:spcBef>
              <a:spcAft>
                <a:spcPts val="0"/>
              </a:spcAft>
              <a:buSzPts val="2676"/>
              <a:buChar char="●"/>
              <a:defRPr sz="2675"/>
            </a:lvl1pPr>
            <a:lvl2pPr marL="914400" lvl="1" indent="-374226">
              <a:spcBef>
                <a:spcPts val="0"/>
              </a:spcBef>
              <a:spcAft>
                <a:spcPts val="0"/>
              </a:spcAft>
              <a:buSzPts val="2293"/>
              <a:buChar char="○"/>
              <a:defRPr sz="2293"/>
            </a:lvl2pPr>
            <a:lvl3pPr marL="1371600" lvl="2" indent="-374226">
              <a:spcBef>
                <a:spcPts val="0"/>
              </a:spcBef>
              <a:spcAft>
                <a:spcPts val="0"/>
              </a:spcAft>
              <a:buSzPts val="2293"/>
              <a:buChar char="■"/>
              <a:defRPr sz="2293"/>
            </a:lvl3pPr>
            <a:lvl4pPr marL="1828800" lvl="3" indent="-374226">
              <a:spcBef>
                <a:spcPts val="0"/>
              </a:spcBef>
              <a:spcAft>
                <a:spcPts val="0"/>
              </a:spcAft>
              <a:buSzPts val="2293"/>
              <a:buChar char="●"/>
              <a:defRPr sz="2293"/>
            </a:lvl4pPr>
            <a:lvl5pPr marL="2286000" lvl="4" indent="-374226">
              <a:spcBef>
                <a:spcPts val="0"/>
              </a:spcBef>
              <a:spcAft>
                <a:spcPts val="0"/>
              </a:spcAft>
              <a:buSzPts val="2293"/>
              <a:buChar char="○"/>
              <a:defRPr sz="2293"/>
            </a:lvl5pPr>
            <a:lvl6pPr marL="2743200" lvl="5" indent="-374226">
              <a:spcBef>
                <a:spcPts val="0"/>
              </a:spcBef>
              <a:spcAft>
                <a:spcPts val="0"/>
              </a:spcAft>
              <a:buSzPts val="2293"/>
              <a:buChar char="■"/>
              <a:defRPr sz="2293"/>
            </a:lvl6pPr>
            <a:lvl7pPr marL="3200400" lvl="6" indent="-374226">
              <a:spcBef>
                <a:spcPts val="0"/>
              </a:spcBef>
              <a:spcAft>
                <a:spcPts val="0"/>
              </a:spcAft>
              <a:buSzPts val="2293"/>
              <a:buChar char="●"/>
              <a:defRPr sz="2293"/>
            </a:lvl7pPr>
            <a:lvl8pPr marL="3657600" lvl="7" indent="-374226">
              <a:spcBef>
                <a:spcPts val="0"/>
              </a:spcBef>
              <a:spcAft>
                <a:spcPts val="0"/>
              </a:spcAft>
              <a:buSzPts val="2293"/>
              <a:buChar char="○"/>
              <a:defRPr sz="2293"/>
            </a:lvl8pPr>
            <a:lvl9pPr marL="4114800" lvl="8" indent="-374226">
              <a:spcBef>
                <a:spcPts val="0"/>
              </a:spcBef>
              <a:spcAft>
                <a:spcPts val="0"/>
              </a:spcAft>
              <a:buSzPts val="2293"/>
              <a:buChar char="■"/>
              <a:defRPr sz="2293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5250424" y="9948196"/>
            <a:ext cx="987600" cy="8397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lvl="0">
              <a:buNone/>
              <a:defRPr sz="1911"/>
            </a:lvl1pPr>
            <a:lvl2pPr lvl="1">
              <a:buNone/>
              <a:defRPr sz="1911"/>
            </a:lvl2pPr>
            <a:lvl3pPr lvl="2">
              <a:buNone/>
              <a:defRPr sz="1911"/>
            </a:lvl3pPr>
            <a:lvl4pPr lvl="3">
              <a:buNone/>
              <a:defRPr sz="1911"/>
            </a:lvl4pPr>
            <a:lvl5pPr lvl="4">
              <a:buNone/>
              <a:defRPr sz="1911"/>
            </a:lvl5pPr>
            <a:lvl6pPr lvl="5">
              <a:buNone/>
              <a:defRPr sz="1911"/>
            </a:lvl6pPr>
            <a:lvl7pPr lvl="6">
              <a:buNone/>
              <a:defRPr sz="1911"/>
            </a:lvl7pPr>
            <a:lvl8pPr lvl="7">
              <a:buNone/>
              <a:defRPr sz="1911"/>
            </a:lvl8pPr>
            <a:lvl9pPr lvl="8">
              <a:buNone/>
              <a:defRPr sz="191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61060" y="949387"/>
            <a:ext cx="15337200" cy="1221900"/>
          </a:xfrm>
          <a:prstGeom prst="rect">
            <a:avLst/>
          </a:prstGeom>
        </p:spPr>
        <p:txBody>
          <a:bodyPr spcFirstLastPara="1" wrap="square" lIns="174725" tIns="174725" rIns="174725" bIns="1747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1pPr>
            <a:lvl2pPr lvl="1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2pPr>
            <a:lvl3pPr lvl="2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3pPr>
            <a:lvl4pPr lvl="3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4pPr>
            <a:lvl5pPr lvl="4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5pPr>
            <a:lvl6pPr lvl="5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6pPr>
            <a:lvl7pPr lvl="6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7pPr>
            <a:lvl8pPr lvl="7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8pPr>
            <a:lvl9pPr lvl="8">
              <a:spcBef>
                <a:spcPts val="0"/>
              </a:spcBef>
              <a:spcAft>
                <a:spcPts val="0"/>
              </a:spcAft>
              <a:buSzPts val="5351"/>
              <a:buNone/>
              <a:defRPr sz="5351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5250424" y="9948196"/>
            <a:ext cx="987600" cy="8397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lvl="0">
              <a:buNone/>
              <a:defRPr sz="1911"/>
            </a:lvl1pPr>
            <a:lvl2pPr lvl="1">
              <a:buNone/>
              <a:defRPr sz="1911"/>
            </a:lvl2pPr>
            <a:lvl3pPr lvl="2">
              <a:buNone/>
              <a:defRPr sz="1911"/>
            </a:lvl3pPr>
            <a:lvl4pPr lvl="3">
              <a:buNone/>
              <a:defRPr sz="1911"/>
            </a:lvl4pPr>
            <a:lvl5pPr lvl="4">
              <a:buNone/>
              <a:defRPr sz="1911"/>
            </a:lvl5pPr>
            <a:lvl6pPr lvl="5">
              <a:buNone/>
              <a:defRPr sz="1911"/>
            </a:lvl6pPr>
            <a:lvl7pPr lvl="6">
              <a:buNone/>
              <a:defRPr sz="1911"/>
            </a:lvl7pPr>
            <a:lvl8pPr lvl="7">
              <a:buNone/>
              <a:defRPr sz="1911"/>
            </a:lvl8pPr>
            <a:lvl9pPr lvl="8">
              <a:buNone/>
              <a:defRPr sz="191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561060" y="1185280"/>
            <a:ext cx="5054400" cy="1612200"/>
          </a:xfrm>
          <a:prstGeom prst="rect">
            <a:avLst/>
          </a:prstGeom>
        </p:spPr>
        <p:txBody>
          <a:bodyPr spcFirstLastPara="1" wrap="square" lIns="174725" tIns="174725" rIns="174725" bIns="1747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87"/>
              <a:buNone/>
              <a:defRPr sz="4586"/>
            </a:lvl1pPr>
            <a:lvl2pPr lvl="1">
              <a:spcBef>
                <a:spcPts val="0"/>
              </a:spcBef>
              <a:spcAft>
                <a:spcPts val="0"/>
              </a:spcAft>
              <a:buSzPts val="4587"/>
              <a:buNone/>
              <a:defRPr sz="4586"/>
            </a:lvl2pPr>
            <a:lvl3pPr lvl="2">
              <a:spcBef>
                <a:spcPts val="0"/>
              </a:spcBef>
              <a:spcAft>
                <a:spcPts val="0"/>
              </a:spcAft>
              <a:buSzPts val="4587"/>
              <a:buNone/>
              <a:defRPr sz="4586"/>
            </a:lvl3pPr>
            <a:lvl4pPr lvl="3">
              <a:spcBef>
                <a:spcPts val="0"/>
              </a:spcBef>
              <a:spcAft>
                <a:spcPts val="0"/>
              </a:spcAft>
              <a:buSzPts val="4587"/>
              <a:buNone/>
              <a:defRPr sz="4586"/>
            </a:lvl4pPr>
            <a:lvl5pPr lvl="4">
              <a:spcBef>
                <a:spcPts val="0"/>
              </a:spcBef>
              <a:spcAft>
                <a:spcPts val="0"/>
              </a:spcAft>
              <a:buSzPts val="4587"/>
              <a:buNone/>
              <a:defRPr sz="4586"/>
            </a:lvl5pPr>
            <a:lvl6pPr lvl="5">
              <a:spcBef>
                <a:spcPts val="0"/>
              </a:spcBef>
              <a:spcAft>
                <a:spcPts val="0"/>
              </a:spcAft>
              <a:buSzPts val="4587"/>
              <a:buNone/>
              <a:defRPr sz="4586"/>
            </a:lvl6pPr>
            <a:lvl7pPr lvl="6">
              <a:spcBef>
                <a:spcPts val="0"/>
              </a:spcBef>
              <a:spcAft>
                <a:spcPts val="0"/>
              </a:spcAft>
              <a:buSzPts val="4587"/>
              <a:buNone/>
              <a:defRPr sz="4586"/>
            </a:lvl7pPr>
            <a:lvl8pPr lvl="7">
              <a:spcBef>
                <a:spcPts val="0"/>
              </a:spcBef>
              <a:spcAft>
                <a:spcPts val="0"/>
              </a:spcAft>
              <a:buSzPts val="4587"/>
              <a:buNone/>
              <a:defRPr sz="4586"/>
            </a:lvl8pPr>
            <a:lvl9pPr lvl="8">
              <a:spcBef>
                <a:spcPts val="0"/>
              </a:spcBef>
              <a:spcAft>
                <a:spcPts val="0"/>
              </a:spcAft>
              <a:buSzPts val="4587"/>
              <a:buNone/>
              <a:defRPr sz="4586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561060" y="2964480"/>
            <a:ext cx="5054400" cy="6782700"/>
          </a:xfrm>
          <a:prstGeom prst="rect">
            <a:avLst/>
          </a:prstGeom>
        </p:spPr>
        <p:txBody>
          <a:bodyPr spcFirstLastPara="1" wrap="square" lIns="174725" tIns="174725" rIns="174725" bIns="174725" anchor="t" anchorCtr="0">
            <a:normAutofit/>
          </a:bodyPr>
          <a:lstStyle>
            <a:lvl1pPr marL="457200" lvl="0" indent="-374226">
              <a:spcBef>
                <a:spcPts val="0"/>
              </a:spcBef>
              <a:spcAft>
                <a:spcPts val="0"/>
              </a:spcAft>
              <a:buSzPts val="2293"/>
              <a:buChar char="●"/>
              <a:defRPr sz="2293"/>
            </a:lvl1pPr>
            <a:lvl2pPr marL="914400" lvl="1" indent="-374226">
              <a:spcBef>
                <a:spcPts val="0"/>
              </a:spcBef>
              <a:spcAft>
                <a:spcPts val="0"/>
              </a:spcAft>
              <a:buSzPts val="2293"/>
              <a:buChar char="○"/>
              <a:defRPr sz="2293"/>
            </a:lvl2pPr>
            <a:lvl3pPr marL="1371600" lvl="2" indent="-374226">
              <a:spcBef>
                <a:spcPts val="0"/>
              </a:spcBef>
              <a:spcAft>
                <a:spcPts val="0"/>
              </a:spcAft>
              <a:buSzPts val="2293"/>
              <a:buChar char="■"/>
              <a:defRPr sz="2293"/>
            </a:lvl3pPr>
            <a:lvl4pPr marL="1828800" lvl="3" indent="-374226">
              <a:spcBef>
                <a:spcPts val="0"/>
              </a:spcBef>
              <a:spcAft>
                <a:spcPts val="0"/>
              </a:spcAft>
              <a:buSzPts val="2293"/>
              <a:buChar char="●"/>
              <a:defRPr sz="2293"/>
            </a:lvl4pPr>
            <a:lvl5pPr marL="2286000" lvl="4" indent="-374226">
              <a:spcBef>
                <a:spcPts val="0"/>
              </a:spcBef>
              <a:spcAft>
                <a:spcPts val="0"/>
              </a:spcAft>
              <a:buSzPts val="2293"/>
              <a:buChar char="○"/>
              <a:defRPr sz="2293"/>
            </a:lvl5pPr>
            <a:lvl6pPr marL="2743200" lvl="5" indent="-374226">
              <a:spcBef>
                <a:spcPts val="0"/>
              </a:spcBef>
              <a:spcAft>
                <a:spcPts val="0"/>
              </a:spcAft>
              <a:buSzPts val="2293"/>
              <a:buChar char="■"/>
              <a:defRPr sz="2293"/>
            </a:lvl6pPr>
            <a:lvl7pPr marL="3200400" lvl="6" indent="-374226">
              <a:spcBef>
                <a:spcPts val="0"/>
              </a:spcBef>
              <a:spcAft>
                <a:spcPts val="0"/>
              </a:spcAft>
              <a:buSzPts val="2293"/>
              <a:buChar char="●"/>
              <a:defRPr sz="2293"/>
            </a:lvl7pPr>
            <a:lvl8pPr marL="3657600" lvl="7" indent="-374226">
              <a:spcBef>
                <a:spcPts val="0"/>
              </a:spcBef>
              <a:spcAft>
                <a:spcPts val="0"/>
              </a:spcAft>
              <a:buSzPts val="2293"/>
              <a:buChar char="○"/>
              <a:defRPr sz="2293"/>
            </a:lvl8pPr>
            <a:lvl9pPr marL="4114800" lvl="8" indent="-374226">
              <a:spcBef>
                <a:spcPts val="0"/>
              </a:spcBef>
              <a:spcAft>
                <a:spcPts val="0"/>
              </a:spcAft>
              <a:buSzPts val="2293"/>
              <a:buChar char="■"/>
              <a:defRPr sz="2293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5250424" y="9948196"/>
            <a:ext cx="987600" cy="8397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lvl="0">
              <a:buNone/>
              <a:defRPr sz="1911"/>
            </a:lvl1pPr>
            <a:lvl2pPr lvl="1">
              <a:buNone/>
              <a:defRPr sz="1911"/>
            </a:lvl2pPr>
            <a:lvl3pPr lvl="2">
              <a:buNone/>
              <a:defRPr sz="1911"/>
            </a:lvl3pPr>
            <a:lvl4pPr lvl="3">
              <a:buNone/>
              <a:defRPr sz="1911"/>
            </a:lvl4pPr>
            <a:lvl5pPr lvl="4">
              <a:buNone/>
              <a:defRPr sz="1911"/>
            </a:lvl5pPr>
            <a:lvl6pPr lvl="5">
              <a:buNone/>
              <a:defRPr sz="1911"/>
            </a:lvl6pPr>
            <a:lvl7pPr lvl="6">
              <a:buNone/>
              <a:defRPr sz="1911"/>
            </a:lvl7pPr>
            <a:lvl8pPr lvl="7">
              <a:buNone/>
              <a:defRPr sz="1911"/>
            </a:lvl8pPr>
            <a:lvl9pPr lvl="8">
              <a:buNone/>
              <a:defRPr sz="191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882450" y="960320"/>
            <a:ext cx="11462100" cy="87270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1pPr>
            <a:lvl2pPr lvl="1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2pPr>
            <a:lvl3pPr lvl="2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3pPr>
            <a:lvl4pPr lvl="3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4pPr>
            <a:lvl5pPr lvl="4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5pPr>
            <a:lvl6pPr lvl="5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6pPr>
            <a:lvl7pPr lvl="6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7pPr>
            <a:lvl8pPr lvl="7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8pPr>
            <a:lvl9pPr lvl="8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5250424" y="9948196"/>
            <a:ext cx="987600" cy="8397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lvl="0">
              <a:buNone/>
              <a:defRPr sz="1911"/>
            </a:lvl1pPr>
            <a:lvl2pPr lvl="1">
              <a:buNone/>
              <a:defRPr sz="1911"/>
            </a:lvl2pPr>
            <a:lvl3pPr lvl="2">
              <a:buNone/>
              <a:defRPr sz="1911"/>
            </a:lvl3pPr>
            <a:lvl4pPr lvl="3">
              <a:buNone/>
              <a:defRPr sz="1911"/>
            </a:lvl4pPr>
            <a:lvl5pPr lvl="4">
              <a:buNone/>
              <a:defRPr sz="1911"/>
            </a:lvl5pPr>
            <a:lvl6pPr lvl="5">
              <a:buNone/>
              <a:defRPr sz="1911"/>
            </a:lvl6pPr>
            <a:lvl7pPr lvl="6">
              <a:buNone/>
              <a:defRPr sz="1911"/>
            </a:lvl7pPr>
            <a:lvl8pPr lvl="7">
              <a:buNone/>
              <a:defRPr sz="1911"/>
            </a:lvl8pPr>
            <a:lvl9pPr lvl="8">
              <a:buNone/>
              <a:defRPr sz="191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8229600" y="-267"/>
            <a:ext cx="8229600" cy="1097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4725" tIns="174725" rIns="174725" bIns="174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477900" y="2630773"/>
            <a:ext cx="7281300" cy="3162300"/>
          </a:xfrm>
          <a:prstGeom prst="rect">
            <a:avLst/>
          </a:prstGeom>
        </p:spPr>
        <p:txBody>
          <a:bodyPr spcFirstLastPara="1" wrap="square" lIns="174725" tIns="174725" rIns="174725" bIns="1747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27"/>
              <a:buNone/>
              <a:defRPr sz="8026"/>
            </a:lvl1pPr>
            <a:lvl2pPr lvl="1" algn="ctr">
              <a:spcBef>
                <a:spcPts val="0"/>
              </a:spcBef>
              <a:spcAft>
                <a:spcPts val="0"/>
              </a:spcAft>
              <a:buSzPts val="8027"/>
              <a:buNone/>
              <a:defRPr sz="8026"/>
            </a:lvl2pPr>
            <a:lvl3pPr lvl="2" algn="ctr">
              <a:spcBef>
                <a:spcPts val="0"/>
              </a:spcBef>
              <a:spcAft>
                <a:spcPts val="0"/>
              </a:spcAft>
              <a:buSzPts val="8027"/>
              <a:buNone/>
              <a:defRPr sz="8026"/>
            </a:lvl3pPr>
            <a:lvl4pPr lvl="3" algn="ctr">
              <a:spcBef>
                <a:spcPts val="0"/>
              </a:spcBef>
              <a:spcAft>
                <a:spcPts val="0"/>
              </a:spcAft>
              <a:buSzPts val="8027"/>
              <a:buNone/>
              <a:defRPr sz="8026"/>
            </a:lvl4pPr>
            <a:lvl5pPr lvl="4" algn="ctr">
              <a:spcBef>
                <a:spcPts val="0"/>
              </a:spcBef>
              <a:spcAft>
                <a:spcPts val="0"/>
              </a:spcAft>
              <a:buSzPts val="8027"/>
              <a:buNone/>
              <a:defRPr sz="8026"/>
            </a:lvl5pPr>
            <a:lvl6pPr lvl="5" algn="ctr">
              <a:spcBef>
                <a:spcPts val="0"/>
              </a:spcBef>
              <a:spcAft>
                <a:spcPts val="0"/>
              </a:spcAft>
              <a:buSzPts val="8027"/>
              <a:buNone/>
              <a:defRPr sz="8026"/>
            </a:lvl6pPr>
            <a:lvl7pPr lvl="6" algn="ctr">
              <a:spcBef>
                <a:spcPts val="0"/>
              </a:spcBef>
              <a:spcAft>
                <a:spcPts val="0"/>
              </a:spcAft>
              <a:buSzPts val="8027"/>
              <a:buNone/>
              <a:defRPr sz="8026"/>
            </a:lvl7pPr>
            <a:lvl8pPr lvl="7" algn="ctr">
              <a:spcBef>
                <a:spcPts val="0"/>
              </a:spcBef>
              <a:spcAft>
                <a:spcPts val="0"/>
              </a:spcAft>
              <a:buSzPts val="8027"/>
              <a:buNone/>
              <a:defRPr sz="8026"/>
            </a:lvl8pPr>
            <a:lvl9pPr lvl="8" algn="ctr">
              <a:spcBef>
                <a:spcPts val="0"/>
              </a:spcBef>
              <a:spcAft>
                <a:spcPts val="0"/>
              </a:spcAft>
              <a:buSzPts val="8027"/>
              <a:buNone/>
              <a:defRPr sz="8026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477900" y="5979893"/>
            <a:ext cx="7281300" cy="2634900"/>
          </a:xfrm>
          <a:prstGeom prst="rect">
            <a:avLst/>
          </a:prstGeom>
        </p:spPr>
        <p:txBody>
          <a:bodyPr spcFirstLastPara="1" wrap="square" lIns="174725" tIns="174725" rIns="174725" bIns="1747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13"/>
              <a:buNone/>
              <a:defRPr sz="401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13"/>
              <a:buNone/>
              <a:defRPr sz="401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13"/>
              <a:buNone/>
              <a:defRPr sz="401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13"/>
              <a:buNone/>
              <a:defRPr sz="401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13"/>
              <a:buNone/>
              <a:defRPr sz="401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13"/>
              <a:buNone/>
              <a:defRPr sz="401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13"/>
              <a:buNone/>
              <a:defRPr sz="401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13"/>
              <a:buNone/>
              <a:defRPr sz="401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13"/>
              <a:buNone/>
              <a:defRPr sz="4013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891100" y="1544693"/>
            <a:ext cx="6906600" cy="78828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marL="457200" lvl="0" indent="-447040">
              <a:spcBef>
                <a:spcPts val="0"/>
              </a:spcBef>
              <a:spcAft>
                <a:spcPts val="0"/>
              </a:spcAft>
              <a:buSzPts val="3440"/>
              <a:buChar char="●"/>
              <a:defRPr sz="3440"/>
            </a:lvl1pPr>
            <a:lvl2pPr marL="914400" lvl="1" indent="-398498">
              <a:spcBef>
                <a:spcPts val="0"/>
              </a:spcBef>
              <a:spcAft>
                <a:spcPts val="0"/>
              </a:spcAft>
              <a:buSzPts val="2676"/>
              <a:buChar char="○"/>
              <a:defRPr sz="2675"/>
            </a:lvl2pPr>
            <a:lvl3pPr marL="1371600" lvl="2" indent="-398498">
              <a:spcBef>
                <a:spcPts val="0"/>
              </a:spcBef>
              <a:spcAft>
                <a:spcPts val="0"/>
              </a:spcAft>
              <a:buSzPts val="2676"/>
              <a:buChar char="■"/>
              <a:defRPr sz="2675"/>
            </a:lvl3pPr>
            <a:lvl4pPr marL="1828800" lvl="3" indent="-398498">
              <a:spcBef>
                <a:spcPts val="0"/>
              </a:spcBef>
              <a:spcAft>
                <a:spcPts val="0"/>
              </a:spcAft>
              <a:buSzPts val="2676"/>
              <a:buChar char="●"/>
              <a:defRPr sz="2675"/>
            </a:lvl4pPr>
            <a:lvl5pPr marL="2286000" lvl="4" indent="-398498">
              <a:spcBef>
                <a:spcPts val="0"/>
              </a:spcBef>
              <a:spcAft>
                <a:spcPts val="0"/>
              </a:spcAft>
              <a:buSzPts val="2676"/>
              <a:buChar char="○"/>
              <a:defRPr sz="2675"/>
            </a:lvl5pPr>
            <a:lvl6pPr marL="2743200" lvl="5" indent="-398498">
              <a:spcBef>
                <a:spcPts val="0"/>
              </a:spcBef>
              <a:spcAft>
                <a:spcPts val="0"/>
              </a:spcAft>
              <a:buSzPts val="2676"/>
              <a:buChar char="■"/>
              <a:defRPr sz="2675"/>
            </a:lvl6pPr>
            <a:lvl7pPr marL="3200400" lvl="6" indent="-398498">
              <a:spcBef>
                <a:spcPts val="0"/>
              </a:spcBef>
              <a:spcAft>
                <a:spcPts val="0"/>
              </a:spcAft>
              <a:buSzPts val="2676"/>
              <a:buChar char="●"/>
              <a:defRPr sz="2675"/>
            </a:lvl7pPr>
            <a:lvl8pPr marL="3657600" lvl="7" indent="-398498">
              <a:spcBef>
                <a:spcPts val="0"/>
              </a:spcBef>
              <a:spcAft>
                <a:spcPts val="0"/>
              </a:spcAft>
              <a:buSzPts val="2676"/>
              <a:buChar char="○"/>
              <a:defRPr sz="2675"/>
            </a:lvl8pPr>
            <a:lvl9pPr marL="4114800" lvl="8" indent="-398498">
              <a:spcBef>
                <a:spcPts val="0"/>
              </a:spcBef>
              <a:spcAft>
                <a:spcPts val="0"/>
              </a:spcAft>
              <a:buSzPts val="2676"/>
              <a:buChar char="■"/>
              <a:defRPr sz="2675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5250424" y="9948196"/>
            <a:ext cx="987600" cy="8397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lvl="0">
              <a:buNone/>
              <a:defRPr sz="1911"/>
            </a:lvl1pPr>
            <a:lvl2pPr lvl="1">
              <a:buNone/>
              <a:defRPr sz="1911"/>
            </a:lvl2pPr>
            <a:lvl3pPr lvl="2">
              <a:buNone/>
              <a:defRPr sz="1911"/>
            </a:lvl3pPr>
            <a:lvl4pPr lvl="3">
              <a:buNone/>
              <a:defRPr sz="1911"/>
            </a:lvl4pPr>
            <a:lvl5pPr lvl="4">
              <a:buNone/>
              <a:defRPr sz="1911"/>
            </a:lvl5pPr>
            <a:lvl6pPr lvl="5">
              <a:buNone/>
              <a:defRPr sz="1911"/>
            </a:lvl6pPr>
            <a:lvl7pPr lvl="6">
              <a:buNone/>
              <a:defRPr sz="1911"/>
            </a:lvl7pPr>
            <a:lvl8pPr lvl="7">
              <a:buNone/>
              <a:defRPr sz="1911"/>
            </a:lvl8pPr>
            <a:lvl9pPr lvl="8">
              <a:buNone/>
              <a:defRPr sz="191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561060" y="9025227"/>
            <a:ext cx="10797900" cy="12909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40"/>
              <a:buNone/>
              <a:defRPr sz="3440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5250424" y="9948196"/>
            <a:ext cx="987600" cy="8397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lvl="0">
              <a:buNone/>
              <a:defRPr sz="1911"/>
            </a:lvl1pPr>
            <a:lvl2pPr lvl="1">
              <a:buNone/>
              <a:defRPr sz="1911"/>
            </a:lvl2pPr>
            <a:lvl3pPr lvl="2">
              <a:buNone/>
              <a:defRPr sz="1911"/>
            </a:lvl3pPr>
            <a:lvl4pPr lvl="3">
              <a:buNone/>
              <a:defRPr sz="1911"/>
            </a:lvl4pPr>
            <a:lvl5pPr lvl="4">
              <a:buNone/>
              <a:defRPr sz="1911"/>
            </a:lvl5pPr>
            <a:lvl6pPr lvl="5">
              <a:buNone/>
              <a:defRPr sz="1911"/>
            </a:lvl6pPr>
            <a:lvl7pPr lvl="6">
              <a:buNone/>
              <a:defRPr sz="1911"/>
            </a:lvl7pPr>
            <a:lvl8pPr lvl="7">
              <a:buNone/>
              <a:defRPr sz="1911"/>
            </a:lvl8pPr>
            <a:lvl9pPr lvl="8">
              <a:buNone/>
              <a:defRPr sz="191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561060" y="2359733"/>
            <a:ext cx="15337200" cy="4188900"/>
          </a:xfrm>
          <a:prstGeom prst="rect">
            <a:avLst/>
          </a:prstGeom>
        </p:spPr>
        <p:txBody>
          <a:bodyPr spcFirstLastPara="1" wrap="square" lIns="174725" tIns="174725" rIns="174725" bIns="1747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933"/>
              <a:buNone/>
              <a:defRPr sz="22933"/>
            </a:lvl1pPr>
            <a:lvl2pPr lvl="1" algn="ctr">
              <a:spcBef>
                <a:spcPts val="0"/>
              </a:spcBef>
              <a:spcAft>
                <a:spcPts val="0"/>
              </a:spcAft>
              <a:buSzPts val="22933"/>
              <a:buNone/>
              <a:defRPr sz="22933"/>
            </a:lvl2pPr>
            <a:lvl3pPr lvl="2" algn="ctr">
              <a:spcBef>
                <a:spcPts val="0"/>
              </a:spcBef>
              <a:spcAft>
                <a:spcPts val="0"/>
              </a:spcAft>
              <a:buSzPts val="22933"/>
              <a:buNone/>
              <a:defRPr sz="22933"/>
            </a:lvl3pPr>
            <a:lvl4pPr lvl="3" algn="ctr">
              <a:spcBef>
                <a:spcPts val="0"/>
              </a:spcBef>
              <a:spcAft>
                <a:spcPts val="0"/>
              </a:spcAft>
              <a:buSzPts val="22933"/>
              <a:buNone/>
              <a:defRPr sz="22933"/>
            </a:lvl4pPr>
            <a:lvl5pPr lvl="4" algn="ctr">
              <a:spcBef>
                <a:spcPts val="0"/>
              </a:spcBef>
              <a:spcAft>
                <a:spcPts val="0"/>
              </a:spcAft>
              <a:buSzPts val="22933"/>
              <a:buNone/>
              <a:defRPr sz="22933"/>
            </a:lvl5pPr>
            <a:lvl6pPr lvl="5" algn="ctr">
              <a:spcBef>
                <a:spcPts val="0"/>
              </a:spcBef>
              <a:spcAft>
                <a:spcPts val="0"/>
              </a:spcAft>
              <a:buSzPts val="22933"/>
              <a:buNone/>
              <a:defRPr sz="22933"/>
            </a:lvl6pPr>
            <a:lvl7pPr lvl="6" algn="ctr">
              <a:spcBef>
                <a:spcPts val="0"/>
              </a:spcBef>
              <a:spcAft>
                <a:spcPts val="0"/>
              </a:spcAft>
              <a:buSzPts val="22933"/>
              <a:buNone/>
              <a:defRPr sz="22933"/>
            </a:lvl7pPr>
            <a:lvl8pPr lvl="7" algn="ctr">
              <a:spcBef>
                <a:spcPts val="0"/>
              </a:spcBef>
              <a:spcAft>
                <a:spcPts val="0"/>
              </a:spcAft>
              <a:buSzPts val="22933"/>
              <a:buNone/>
              <a:defRPr sz="22933"/>
            </a:lvl8pPr>
            <a:lvl9pPr lvl="8" algn="ctr">
              <a:spcBef>
                <a:spcPts val="0"/>
              </a:spcBef>
              <a:spcAft>
                <a:spcPts val="0"/>
              </a:spcAft>
              <a:buSzPts val="22933"/>
              <a:buNone/>
              <a:defRPr sz="22933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561060" y="6724747"/>
            <a:ext cx="15337200" cy="2775000"/>
          </a:xfrm>
          <a:prstGeom prst="rect">
            <a:avLst/>
          </a:prstGeom>
        </p:spPr>
        <p:txBody>
          <a:bodyPr spcFirstLastPara="1" wrap="square" lIns="174725" tIns="174725" rIns="174725" bIns="174725" anchor="t" anchorCtr="0">
            <a:normAutofit/>
          </a:bodyPr>
          <a:lstStyle>
            <a:lvl1pPr marL="457200" lvl="0" indent="-447040" algn="ctr">
              <a:spcBef>
                <a:spcPts val="0"/>
              </a:spcBef>
              <a:spcAft>
                <a:spcPts val="0"/>
              </a:spcAft>
              <a:buSzPts val="3440"/>
              <a:buChar char="●"/>
              <a:defRPr sz="3440"/>
            </a:lvl1pPr>
            <a:lvl2pPr marL="914400" lvl="1" indent="-398498" algn="ctr">
              <a:spcBef>
                <a:spcPts val="0"/>
              </a:spcBef>
              <a:spcAft>
                <a:spcPts val="0"/>
              </a:spcAft>
              <a:buSzPts val="2676"/>
              <a:buChar char="○"/>
              <a:defRPr sz="2675"/>
            </a:lvl2pPr>
            <a:lvl3pPr marL="1371600" lvl="2" indent="-398498" algn="ctr">
              <a:spcBef>
                <a:spcPts val="0"/>
              </a:spcBef>
              <a:spcAft>
                <a:spcPts val="0"/>
              </a:spcAft>
              <a:buSzPts val="2676"/>
              <a:buChar char="■"/>
              <a:defRPr sz="2675"/>
            </a:lvl3pPr>
            <a:lvl4pPr marL="1828800" lvl="3" indent="-398498" algn="ctr">
              <a:spcBef>
                <a:spcPts val="0"/>
              </a:spcBef>
              <a:spcAft>
                <a:spcPts val="0"/>
              </a:spcAft>
              <a:buSzPts val="2676"/>
              <a:buChar char="●"/>
              <a:defRPr sz="2675"/>
            </a:lvl4pPr>
            <a:lvl5pPr marL="2286000" lvl="4" indent="-398498" algn="ctr">
              <a:spcBef>
                <a:spcPts val="0"/>
              </a:spcBef>
              <a:spcAft>
                <a:spcPts val="0"/>
              </a:spcAft>
              <a:buSzPts val="2676"/>
              <a:buChar char="○"/>
              <a:defRPr sz="2675"/>
            </a:lvl5pPr>
            <a:lvl6pPr marL="2743200" lvl="5" indent="-398498" algn="ctr">
              <a:spcBef>
                <a:spcPts val="0"/>
              </a:spcBef>
              <a:spcAft>
                <a:spcPts val="0"/>
              </a:spcAft>
              <a:buSzPts val="2676"/>
              <a:buChar char="■"/>
              <a:defRPr sz="2675"/>
            </a:lvl6pPr>
            <a:lvl7pPr marL="3200400" lvl="6" indent="-398498" algn="ctr">
              <a:spcBef>
                <a:spcPts val="0"/>
              </a:spcBef>
              <a:spcAft>
                <a:spcPts val="0"/>
              </a:spcAft>
              <a:buSzPts val="2676"/>
              <a:buChar char="●"/>
              <a:defRPr sz="2675"/>
            </a:lvl7pPr>
            <a:lvl8pPr marL="3657600" lvl="7" indent="-398498" algn="ctr">
              <a:spcBef>
                <a:spcPts val="0"/>
              </a:spcBef>
              <a:spcAft>
                <a:spcPts val="0"/>
              </a:spcAft>
              <a:buSzPts val="2676"/>
              <a:buChar char="○"/>
              <a:defRPr sz="2675"/>
            </a:lvl8pPr>
            <a:lvl9pPr marL="4114800" lvl="8" indent="-398498" algn="ctr">
              <a:spcBef>
                <a:spcPts val="0"/>
              </a:spcBef>
              <a:spcAft>
                <a:spcPts val="0"/>
              </a:spcAft>
              <a:buSzPts val="2676"/>
              <a:buChar char="■"/>
              <a:defRPr sz="2675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5250424" y="9948196"/>
            <a:ext cx="987600" cy="8397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lvl="0">
              <a:buNone/>
              <a:defRPr sz="1911"/>
            </a:lvl1pPr>
            <a:lvl2pPr lvl="1">
              <a:buNone/>
              <a:defRPr sz="1911"/>
            </a:lvl2pPr>
            <a:lvl3pPr lvl="2">
              <a:buNone/>
              <a:defRPr sz="1911"/>
            </a:lvl3pPr>
            <a:lvl4pPr lvl="3">
              <a:buNone/>
              <a:defRPr sz="1911"/>
            </a:lvl4pPr>
            <a:lvl5pPr lvl="4">
              <a:buNone/>
              <a:defRPr sz="1911"/>
            </a:lvl5pPr>
            <a:lvl6pPr lvl="5">
              <a:buNone/>
              <a:defRPr sz="1911"/>
            </a:lvl6pPr>
            <a:lvl7pPr lvl="6">
              <a:buNone/>
              <a:defRPr sz="1911"/>
            </a:lvl7pPr>
            <a:lvl8pPr lvl="7">
              <a:buNone/>
              <a:defRPr sz="1911"/>
            </a:lvl8pPr>
            <a:lvl9pPr lvl="8">
              <a:buNone/>
              <a:defRPr sz="191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5250424" y="9948196"/>
            <a:ext cx="987600" cy="839700"/>
          </a:xfrm>
          <a:prstGeom prst="rect">
            <a:avLst/>
          </a:prstGeom>
        </p:spPr>
        <p:txBody>
          <a:bodyPr spcFirstLastPara="1" wrap="square" lIns="174725" tIns="174725" rIns="174725" bIns="174725" anchor="ctr" anchorCtr="0">
            <a:normAutofit/>
          </a:bodyPr>
          <a:lstStyle>
            <a:lvl1pPr lvl="0">
              <a:buNone/>
              <a:defRPr sz="1911"/>
            </a:lvl1pPr>
            <a:lvl2pPr lvl="1">
              <a:buNone/>
              <a:defRPr sz="1911"/>
            </a:lvl2pPr>
            <a:lvl3pPr lvl="2">
              <a:buNone/>
              <a:defRPr sz="1911"/>
            </a:lvl3pPr>
            <a:lvl4pPr lvl="3">
              <a:buNone/>
              <a:defRPr sz="1911"/>
            </a:lvl4pPr>
            <a:lvl5pPr lvl="4">
              <a:buNone/>
              <a:defRPr sz="1911"/>
            </a:lvl5pPr>
            <a:lvl6pPr lvl="5">
              <a:buNone/>
              <a:defRPr sz="1911"/>
            </a:lvl6pPr>
            <a:lvl7pPr lvl="6">
              <a:buNone/>
              <a:defRPr sz="1911"/>
            </a:lvl7pPr>
            <a:lvl8pPr lvl="7">
              <a:buNone/>
              <a:defRPr sz="1911"/>
            </a:lvl8pPr>
            <a:lvl9pPr lvl="8">
              <a:buNone/>
              <a:defRPr sz="191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61060" y="949387"/>
            <a:ext cx="15337200" cy="12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725" tIns="174725" rIns="174725" bIns="1747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51"/>
              <a:buNone/>
              <a:defRPr sz="535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51"/>
              <a:buNone/>
              <a:defRPr sz="535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51"/>
              <a:buNone/>
              <a:defRPr sz="535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51"/>
              <a:buNone/>
              <a:defRPr sz="535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51"/>
              <a:buNone/>
              <a:defRPr sz="535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51"/>
              <a:buNone/>
              <a:defRPr sz="535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51"/>
              <a:buNone/>
              <a:defRPr sz="535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51"/>
              <a:buNone/>
              <a:defRPr sz="535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51"/>
              <a:buNone/>
              <a:defRPr sz="535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61060" y="2458613"/>
            <a:ext cx="15337200" cy="72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725" tIns="174725" rIns="174725" bIns="174725" anchor="t" anchorCtr="0">
            <a:normAutofit/>
          </a:bodyPr>
          <a:lstStyle>
            <a:lvl1pPr marL="457200" lvl="0" indent="-44704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40"/>
              <a:buChar char="●"/>
              <a:defRPr sz="3440">
                <a:solidFill>
                  <a:schemeClr val="dk2"/>
                </a:solidFill>
              </a:defRPr>
            </a:lvl1pPr>
            <a:lvl2pPr marL="914400" lvl="1" indent="-39849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76"/>
              <a:buChar char="○"/>
              <a:defRPr sz="2675">
                <a:solidFill>
                  <a:schemeClr val="dk2"/>
                </a:solidFill>
              </a:defRPr>
            </a:lvl2pPr>
            <a:lvl3pPr marL="1371600" lvl="2" indent="-39849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76"/>
              <a:buChar char="■"/>
              <a:defRPr sz="2675">
                <a:solidFill>
                  <a:schemeClr val="dk2"/>
                </a:solidFill>
              </a:defRPr>
            </a:lvl3pPr>
            <a:lvl4pPr marL="1828800" lvl="3" indent="-39849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76"/>
              <a:buChar char="●"/>
              <a:defRPr sz="2675">
                <a:solidFill>
                  <a:schemeClr val="dk2"/>
                </a:solidFill>
              </a:defRPr>
            </a:lvl4pPr>
            <a:lvl5pPr marL="2286000" lvl="4" indent="-39849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76"/>
              <a:buChar char="○"/>
              <a:defRPr sz="2675">
                <a:solidFill>
                  <a:schemeClr val="dk2"/>
                </a:solidFill>
              </a:defRPr>
            </a:lvl5pPr>
            <a:lvl6pPr marL="2743200" lvl="5" indent="-39849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76"/>
              <a:buChar char="■"/>
              <a:defRPr sz="2675">
                <a:solidFill>
                  <a:schemeClr val="dk2"/>
                </a:solidFill>
              </a:defRPr>
            </a:lvl6pPr>
            <a:lvl7pPr marL="3200400" lvl="6" indent="-39849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76"/>
              <a:buChar char="●"/>
              <a:defRPr sz="2675">
                <a:solidFill>
                  <a:schemeClr val="dk2"/>
                </a:solidFill>
              </a:defRPr>
            </a:lvl7pPr>
            <a:lvl8pPr marL="3657600" lvl="7" indent="-39849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76"/>
              <a:buChar char="○"/>
              <a:defRPr sz="2675">
                <a:solidFill>
                  <a:schemeClr val="dk2"/>
                </a:solidFill>
              </a:defRPr>
            </a:lvl8pPr>
            <a:lvl9pPr marL="4114800" lvl="8" indent="-39849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76"/>
              <a:buChar char="■"/>
              <a:defRPr sz="2675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5250424" y="9948196"/>
            <a:ext cx="987600" cy="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725" tIns="174725" rIns="174725" bIns="174725" anchor="ctr" anchorCtr="0">
            <a:normAutofit/>
          </a:bodyPr>
          <a:lstStyle>
            <a:lvl1pPr lvl="0" algn="r">
              <a:buNone/>
              <a:defRPr sz="1911">
                <a:solidFill>
                  <a:schemeClr val="dk2"/>
                </a:solidFill>
              </a:defRPr>
            </a:lvl1pPr>
            <a:lvl2pPr lvl="1" algn="r">
              <a:buNone/>
              <a:defRPr sz="1911">
                <a:solidFill>
                  <a:schemeClr val="dk2"/>
                </a:solidFill>
              </a:defRPr>
            </a:lvl2pPr>
            <a:lvl3pPr lvl="2" algn="r">
              <a:buNone/>
              <a:defRPr sz="1911">
                <a:solidFill>
                  <a:schemeClr val="dk2"/>
                </a:solidFill>
              </a:defRPr>
            </a:lvl3pPr>
            <a:lvl4pPr lvl="3" algn="r">
              <a:buNone/>
              <a:defRPr sz="1911">
                <a:solidFill>
                  <a:schemeClr val="dk2"/>
                </a:solidFill>
              </a:defRPr>
            </a:lvl4pPr>
            <a:lvl5pPr lvl="4" algn="r">
              <a:buNone/>
              <a:defRPr sz="1911">
                <a:solidFill>
                  <a:schemeClr val="dk2"/>
                </a:solidFill>
              </a:defRPr>
            </a:lvl5pPr>
            <a:lvl6pPr lvl="5" algn="r">
              <a:buNone/>
              <a:defRPr sz="1911">
                <a:solidFill>
                  <a:schemeClr val="dk2"/>
                </a:solidFill>
              </a:defRPr>
            </a:lvl6pPr>
            <a:lvl7pPr lvl="6" algn="r">
              <a:buNone/>
              <a:defRPr sz="1911">
                <a:solidFill>
                  <a:schemeClr val="dk2"/>
                </a:solidFill>
              </a:defRPr>
            </a:lvl7pPr>
            <a:lvl8pPr lvl="7" algn="r">
              <a:buNone/>
              <a:defRPr sz="1911">
                <a:solidFill>
                  <a:schemeClr val="dk2"/>
                </a:solidFill>
              </a:defRPr>
            </a:lvl8pPr>
            <a:lvl9pPr lvl="8" algn="r">
              <a:buNone/>
              <a:defRPr sz="1911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/>
        </p:nvSpPr>
        <p:spPr>
          <a:xfrm>
            <a:off x="4521465" y="-284773"/>
            <a:ext cx="6889800" cy="15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725" tIns="174725" rIns="174725" bIns="1747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644">
                <a:solidFill>
                  <a:schemeClr val="dk2"/>
                </a:solidFill>
              </a:rPr>
              <a:t>Cloud Nine</a:t>
            </a:r>
            <a:endParaRPr sz="7644">
              <a:solidFill>
                <a:schemeClr val="dk2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430000" y="813850"/>
            <a:ext cx="11599200" cy="7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725" tIns="174725" rIns="174725" bIns="1747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2"/>
              <a:buFont typeface="Arial"/>
              <a:buNone/>
            </a:pPr>
            <a:r>
              <a:rPr lang="en" sz="2293">
                <a:solidFill>
                  <a:schemeClr val="dk2"/>
                </a:solidFill>
              </a:rPr>
              <a:t>Zaki Baker Javon, David Carangan, Jordan Finch, Jack Goehringer, Jeffrey Kjelstrom</a:t>
            </a:r>
            <a:endParaRPr sz="344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2263677" y="1244931"/>
            <a:ext cx="11405400" cy="7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725" tIns="174725" rIns="174725" bIns="1747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2"/>
              <a:buFont typeface="Arial"/>
              <a:buNone/>
            </a:pPr>
            <a:r>
              <a:rPr lang="en" sz="2293">
                <a:solidFill>
                  <a:schemeClr val="dk2"/>
                </a:solidFill>
              </a:rPr>
              <a:t>https://github.com/CSC495-Cloud-Nine/Cloud-Nine</a:t>
            </a:r>
            <a:endParaRPr sz="3440">
              <a:solidFill>
                <a:schemeClr val="dk2"/>
              </a:solidFill>
            </a:endParaRPr>
          </a:p>
        </p:txBody>
      </p:sp>
      <p:grpSp>
        <p:nvGrpSpPr>
          <p:cNvPr id="73" name="Google Shape;73;p14"/>
          <p:cNvGrpSpPr/>
          <p:nvPr/>
        </p:nvGrpSpPr>
        <p:grpSpPr>
          <a:xfrm>
            <a:off x="256603" y="2026808"/>
            <a:ext cx="15962249" cy="1317238"/>
            <a:chOff x="120228" y="2069292"/>
            <a:chExt cx="3888300" cy="3360300"/>
          </a:xfrm>
        </p:grpSpPr>
        <p:sp>
          <p:nvSpPr>
            <p:cNvPr id="74" name="Google Shape;74;p14"/>
            <p:cNvSpPr/>
            <p:nvPr/>
          </p:nvSpPr>
          <p:spPr>
            <a:xfrm>
              <a:off x="120228" y="2069292"/>
              <a:ext cx="3888300" cy="3360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124841" y="2178400"/>
              <a:ext cx="3860100" cy="182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440">
                  <a:solidFill>
                    <a:schemeClr val="dk2"/>
                  </a:solidFill>
                </a:rPr>
                <a:t>Project Overview</a:t>
              </a:r>
              <a:endParaRPr sz="3440"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127958" y="3540782"/>
              <a:ext cx="3749400" cy="188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Cloud Nine is a cloud-native streaming service designed using Kubernetes. The service provides a simple place to stream videos that have been uploaded to the cloud systems. Cloud Nine allows for seamless streaming through browser-support HLS.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77" name="Google Shape;77;p14"/>
          <p:cNvSpPr/>
          <p:nvPr/>
        </p:nvSpPr>
        <p:spPr>
          <a:xfrm>
            <a:off x="256600" y="3410500"/>
            <a:ext cx="5911200" cy="5832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56600" y="3420025"/>
            <a:ext cx="5588400" cy="6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40">
                <a:solidFill>
                  <a:schemeClr val="dk2"/>
                </a:solidFill>
              </a:rPr>
              <a:t>Architecture</a:t>
            </a:r>
            <a:endParaRPr sz="344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Ingress (NGINX - LoadBalancer)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Acts as the unified entry point for all user traffic. It routes incoming requests to the backend and streaming services while enforcing clean, secure, and balanced communication.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Backend (Python - ClusterIP)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Handles API logic, user actions, metadata retrieval, and communication with the streaming and database pods. It orchestrates all data communications excluding streaming videos.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Database (PostgreSQL - ClusterIP)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Stores user information and media metadata. PostgreSQL was chosen for its strong relational modeling and reliability.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Streaming (FFmpeg/HLS - ClusterIP)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Responsible for transcoding media files into adaptive HLS streams. It manages the serving of playlist and video files.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Storage (MinIO - ClusterIP)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Object storage for all media files and transcoded chunks. MinIO was chosen for its ability to function with multiple connections and its implementation of the S3 API.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256600" y="9309850"/>
            <a:ext cx="5911200" cy="152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256600" y="9309852"/>
            <a:ext cx="5588400" cy="18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40">
                <a:solidFill>
                  <a:schemeClr val="dk2"/>
                </a:solidFill>
              </a:rPr>
              <a:t>Redundancy</a:t>
            </a:r>
            <a:endParaRPr sz="344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Each deployment utilizes 2-3 replicas to allow for redundancy throughout the system (excluding PostgreSQL).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13599450" y="3401021"/>
            <a:ext cx="2619300" cy="249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13599450" y="3420000"/>
            <a:ext cx="2619300" cy="26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40">
                <a:solidFill>
                  <a:schemeClr val="dk2"/>
                </a:solidFill>
              </a:rPr>
              <a:t>Persistence</a:t>
            </a:r>
            <a:endParaRPr sz="344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Both data storage pods (PostgreSQL and MinIO) have persistent storage, allowing data to carry on between system drops.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83" name="Google Shape;83;p14" title="Screenshot 2025-12-02 at 5.45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7325" y="3420025"/>
            <a:ext cx="7192824" cy="4826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 title="Screenshot 2025-12-07 1626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7325" y="8322025"/>
            <a:ext cx="4496978" cy="249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4" title="Screenshot 2025-12-07 162254.png"/>
          <p:cNvPicPr preferRelativeResize="0"/>
          <p:nvPr/>
        </p:nvPicPr>
        <p:blipFill rotWithShape="1">
          <a:blip r:embed="rId5">
            <a:alphaModFix/>
          </a:blip>
          <a:srcRect l="22740" r="21943"/>
          <a:stretch/>
        </p:blipFill>
        <p:spPr>
          <a:xfrm>
            <a:off x="13713100" y="5954600"/>
            <a:ext cx="2263112" cy="229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4" title="Screenshot 2025-12-07 16201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40828" y="8322015"/>
            <a:ext cx="4377912" cy="2421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Microsoft Office PowerPoint</Application>
  <PresentationFormat>Custom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Jeffrey Kjelstrom</cp:lastModifiedBy>
  <cp:revision>1</cp:revision>
  <dcterms:modified xsi:type="dcterms:W3CDTF">2025-12-08T02:19:04Z</dcterms:modified>
</cp:coreProperties>
</file>